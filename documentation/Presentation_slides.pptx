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288C54-6A2C-4A08-A93C-B6E19B828466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69E4A1F-9633-47A1-9DAB-CD417B3F693E}">
      <dgm:prSet/>
      <dgm:spPr/>
      <dgm:t>
        <a:bodyPr/>
        <a:lstStyle/>
        <a:p>
          <a:r>
            <a:rPr lang="en-US"/>
            <a:t>Login</a:t>
          </a:r>
        </a:p>
      </dgm:t>
    </dgm:pt>
    <dgm:pt modelId="{BD6E198E-974A-4B26-9E59-07A441C84BBF}" type="parTrans" cxnId="{D327836B-FB04-47F9-A544-C5B4464C558B}">
      <dgm:prSet/>
      <dgm:spPr/>
      <dgm:t>
        <a:bodyPr/>
        <a:lstStyle/>
        <a:p>
          <a:endParaRPr lang="en-US"/>
        </a:p>
      </dgm:t>
    </dgm:pt>
    <dgm:pt modelId="{046EAFF7-F7A9-4166-85CC-2E363D295F24}" type="sibTrans" cxnId="{D327836B-FB04-47F9-A544-C5B4464C558B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39A37DC3-A6B5-4319-A723-81D8E2DC69B5}">
      <dgm:prSet/>
      <dgm:spPr/>
      <dgm:t>
        <a:bodyPr/>
        <a:lstStyle/>
        <a:p>
          <a:r>
            <a:rPr lang="en-US"/>
            <a:t>Dashboard</a:t>
          </a:r>
        </a:p>
      </dgm:t>
    </dgm:pt>
    <dgm:pt modelId="{9D925E9B-AD6B-4880-AF3C-28B6C9ABBFA1}" type="parTrans" cxnId="{6964BC27-C119-4C8C-B25E-96453466CA60}">
      <dgm:prSet/>
      <dgm:spPr/>
      <dgm:t>
        <a:bodyPr/>
        <a:lstStyle/>
        <a:p>
          <a:endParaRPr lang="en-US"/>
        </a:p>
      </dgm:t>
    </dgm:pt>
    <dgm:pt modelId="{3B76D62D-725C-4808-BBF1-1D9268887574}" type="sibTrans" cxnId="{6964BC27-C119-4C8C-B25E-96453466CA6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CE7BEBE8-38FA-4AB5-831C-C244F80F21AB}">
      <dgm:prSet/>
      <dgm:spPr/>
      <dgm:t>
        <a:bodyPr/>
        <a:lstStyle/>
        <a:p>
          <a:r>
            <a:rPr lang="en-US"/>
            <a:t>Employees section</a:t>
          </a:r>
        </a:p>
      </dgm:t>
    </dgm:pt>
    <dgm:pt modelId="{744634C7-3EFF-4368-B070-217A09B60328}" type="parTrans" cxnId="{FCAD5D8F-6E06-49C6-9A27-4CB255955009}">
      <dgm:prSet/>
      <dgm:spPr/>
      <dgm:t>
        <a:bodyPr/>
        <a:lstStyle/>
        <a:p>
          <a:endParaRPr lang="en-US"/>
        </a:p>
      </dgm:t>
    </dgm:pt>
    <dgm:pt modelId="{9B244954-E34D-4262-ACAA-DF2610C2DE44}" type="sibTrans" cxnId="{FCAD5D8F-6E06-49C6-9A27-4CB255955009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737E1AD6-2CDE-465F-825D-8A97B84C5EEB}">
      <dgm:prSet/>
      <dgm:spPr/>
      <dgm:t>
        <a:bodyPr/>
        <a:lstStyle/>
        <a:p>
          <a:r>
            <a:rPr lang="en-US"/>
            <a:t>Department section</a:t>
          </a:r>
        </a:p>
      </dgm:t>
    </dgm:pt>
    <dgm:pt modelId="{933C1AAC-89E3-4C55-82F5-E6908B5AC366}" type="parTrans" cxnId="{7B2F4F44-D5CD-40D0-A02B-19237EA90F57}">
      <dgm:prSet/>
      <dgm:spPr/>
      <dgm:t>
        <a:bodyPr/>
        <a:lstStyle/>
        <a:p>
          <a:endParaRPr lang="en-US"/>
        </a:p>
      </dgm:t>
    </dgm:pt>
    <dgm:pt modelId="{1461D9E0-447E-41C8-9D16-71F29C1B43C8}" type="sibTrans" cxnId="{7B2F4F44-D5CD-40D0-A02B-19237EA90F57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06EDAE90-069D-4184-9433-661B6C7DB233}">
      <dgm:prSet/>
      <dgm:spPr/>
      <dgm:t>
        <a:bodyPr/>
        <a:lstStyle/>
        <a:p>
          <a:r>
            <a:rPr lang="en-US" dirty="0"/>
            <a:t>Demonstration scenario</a:t>
          </a:r>
        </a:p>
      </dgm:t>
    </dgm:pt>
    <dgm:pt modelId="{FDDECAF2-1F26-47EB-A365-287715C91866}" type="parTrans" cxnId="{CDB9D098-D4C5-4351-B975-F05E19F3842D}">
      <dgm:prSet/>
      <dgm:spPr/>
      <dgm:t>
        <a:bodyPr/>
        <a:lstStyle/>
        <a:p>
          <a:endParaRPr lang="en-US"/>
        </a:p>
      </dgm:t>
    </dgm:pt>
    <dgm:pt modelId="{DC668219-B379-45C5-8E32-3927D844DDCF}" type="sibTrans" cxnId="{CDB9D098-D4C5-4351-B975-F05E19F3842D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F1E5D795-7E91-4F4A-A405-C876A7EAE588}" type="pres">
      <dgm:prSet presAssocID="{C1288C54-6A2C-4A08-A93C-B6E19B828466}" presName="Name0" presStyleCnt="0">
        <dgm:presLayoutVars>
          <dgm:animLvl val="lvl"/>
          <dgm:resizeHandles val="exact"/>
        </dgm:presLayoutVars>
      </dgm:prSet>
      <dgm:spPr/>
    </dgm:pt>
    <dgm:pt modelId="{5F87C38E-594A-C24A-9E70-4AC6637DED34}" type="pres">
      <dgm:prSet presAssocID="{869E4A1F-9633-47A1-9DAB-CD417B3F693E}" presName="compositeNode" presStyleCnt="0">
        <dgm:presLayoutVars>
          <dgm:bulletEnabled val="1"/>
        </dgm:presLayoutVars>
      </dgm:prSet>
      <dgm:spPr/>
    </dgm:pt>
    <dgm:pt modelId="{49CBEA57-84F2-F948-B1A8-28C7211EBA19}" type="pres">
      <dgm:prSet presAssocID="{869E4A1F-9633-47A1-9DAB-CD417B3F693E}" presName="bgRect" presStyleLbl="alignNode1" presStyleIdx="0" presStyleCnt="5"/>
      <dgm:spPr/>
    </dgm:pt>
    <dgm:pt modelId="{D5DBA069-5A3E-7B40-92A9-1538A6B791D5}" type="pres">
      <dgm:prSet presAssocID="{046EAFF7-F7A9-4166-85CC-2E363D295F24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639D598C-1798-924A-AF63-9009C9971385}" type="pres">
      <dgm:prSet presAssocID="{869E4A1F-9633-47A1-9DAB-CD417B3F693E}" presName="nodeRect" presStyleLbl="alignNode1" presStyleIdx="0" presStyleCnt="5">
        <dgm:presLayoutVars>
          <dgm:bulletEnabled val="1"/>
        </dgm:presLayoutVars>
      </dgm:prSet>
      <dgm:spPr/>
    </dgm:pt>
    <dgm:pt modelId="{8D47612C-B516-CE4E-A0CA-13B2E5009680}" type="pres">
      <dgm:prSet presAssocID="{046EAFF7-F7A9-4166-85CC-2E363D295F24}" presName="sibTrans" presStyleCnt="0"/>
      <dgm:spPr/>
    </dgm:pt>
    <dgm:pt modelId="{9A0A1DC5-74F3-1545-9F7C-5DD331AFD4F9}" type="pres">
      <dgm:prSet presAssocID="{39A37DC3-A6B5-4319-A723-81D8E2DC69B5}" presName="compositeNode" presStyleCnt="0">
        <dgm:presLayoutVars>
          <dgm:bulletEnabled val="1"/>
        </dgm:presLayoutVars>
      </dgm:prSet>
      <dgm:spPr/>
    </dgm:pt>
    <dgm:pt modelId="{E04E20A0-626C-0F45-B788-57357835A6BB}" type="pres">
      <dgm:prSet presAssocID="{39A37DC3-A6B5-4319-A723-81D8E2DC69B5}" presName="bgRect" presStyleLbl="alignNode1" presStyleIdx="1" presStyleCnt="5"/>
      <dgm:spPr/>
    </dgm:pt>
    <dgm:pt modelId="{32FA7E3A-FF01-8445-AEBD-05BFF98623D5}" type="pres">
      <dgm:prSet presAssocID="{3B76D62D-725C-4808-BBF1-1D9268887574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043B250F-5737-A146-8CD5-BC5D0CBE0731}" type="pres">
      <dgm:prSet presAssocID="{39A37DC3-A6B5-4319-A723-81D8E2DC69B5}" presName="nodeRect" presStyleLbl="alignNode1" presStyleIdx="1" presStyleCnt="5">
        <dgm:presLayoutVars>
          <dgm:bulletEnabled val="1"/>
        </dgm:presLayoutVars>
      </dgm:prSet>
      <dgm:spPr/>
    </dgm:pt>
    <dgm:pt modelId="{538ACC6A-4780-A94E-A019-9FDFEAB45EF6}" type="pres">
      <dgm:prSet presAssocID="{3B76D62D-725C-4808-BBF1-1D9268887574}" presName="sibTrans" presStyleCnt="0"/>
      <dgm:spPr/>
    </dgm:pt>
    <dgm:pt modelId="{1892CC86-9B5D-1B4B-9FA4-3361F9B5520F}" type="pres">
      <dgm:prSet presAssocID="{CE7BEBE8-38FA-4AB5-831C-C244F80F21AB}" presName="compositeNode" presStyleCnt="0">
        <dgm:presLayoutVars>
          <dgm:bulletEnabled val="1"/>
        </dgm:presLayoutVars>
      </dgm:prSet>
      <dgm:spPr/>
    </dgm:pt>
    <dgm:pt modelId="{1F80B09C-5DB5-9A44-8F2B-E9E6A5FE9A5F}" type="pres">
      <dgm:prSet presAssocID="{CE7BEBE8-38FA-4AB5-831C-C244F80F21AB}" presName="bgRect" presStyleLbl="alignNode1" presStyleIdx="2" presStyleCnt="5"/>
      <dgm:spPr/>
    </dgm:pt>
    <dgm:pt modelId="{8AC9F2F1-5BE7-0B48-BAC2-2909AFB0D3A4}" type="pres">
      <dgm:prSet presAssocID="{9B244954-E34D-4262-ACAA-DF2610C2DE44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27194C3C-1452-1246-8D55-C65FD3654AE0}" type="pres">
      <dgm:prSet presAssocID="{CE7BEBE8-38FA-4AB5-831C-C244F80F21AB}" presName="nodeRect" presStyleLbl="alignNode1" presStyleIdx="2" presStyleCnt="5">
        <dgm:presLayoutVars>
          <dgm:bulletEnabled val="1"/>
        </dgm:presLayoutVars>
      </dgm:prSet>
      <dgm:spPr/>
    </dgm:pt>
    <dgm:pt modelId="{7C6A9ADF-14AD-6A42-A486-8E0D39BEC9EC}" type="pres">
      <dgm:prSet presAssocID="{9B244954-E34D-4262-ACAA-DF2610C2DE44}" presName="sibTrans" presStyleCnt="0"/>
      <dgm:spPr/>
    </dgm:pt>
    <dgm:pt modelId="{A64706B3-0A67-3342-8194-2434D0A1E051}" type="pres">
      <dgm:prSet presAssocID="{737E1AD6-2CDE-465F-825D-8A97B84C5EEB}" presName="compositeNode" presStyleCnt="0">
        <dgm:presLayoutVars>
          <dgm:bulletEnabled val="1"/>
        </dgm:presLayoutVars>
      </dgm:prSet>
      <dgm:spPr/>
    </dgm:pt>
    <dgm:pt modelId="{729A8E6A-230D-614B-BC39-5B105C1665E7}" type="pres">
      <dgm:prSet presAssocID="{737E1AD6-2CDE-465F-825D-8A97B84C5EEB}" presName="bgRect" presStyleLbl="alignNode1" presStyleIdx="3" presStyleCnt="5"/>
      <dgm:spPr/>
    </dgm:pt>
    <dgm:pt modelId="{18F4F2FB-109A-3941-B76C-FFAD80ED452F}" type="pres">
      <dgm:prSet presAssocID="{1461D9E0-447E-41C8-9D16-71F29C1B43C8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342A153B-0219-5C45-B0B6-D32EFC0447EF}" type="pres">
      <dgm:prSet presAssocID="{737E1AD6-2CDE-465F-825D-8A97B84C5EEB}" presName="nodeRect" presStyleLbl="alignNode1" presStyleIdx="3" presStyleCnt="5">
        <dgm:presLayoutVars>
          <dgm:bulletEnabled val="1"/>
        </dgm:presLayoutVars>
      </dgm:prSet>
      <dgm:spPr/>
    </dgm:pt>
    <dgm:pt modelId="{915A2468-05A9-5D47-8FE8-3893A336043E}" type="pres">
      <dgm:prSet presAssocID="{1461D9E0-447E-41C8-9D16-71F29C1B43C8}" presName="sibTrans" presStyleCnt="0"/>
      <dgm:spPr/>
    </dgm:pt>
    <dgm:pt modelId="{93C5A1D1-A8AB-654C-96E9-F948D6CFB4D5}" type="pres">
      <dgm:prSet presAssocID="{06EDAE90-069D-4184-9433-661B6C7DB233}" presName="compositeNode" presStyleCnt="0">
        <dgm:presLayoutVars>
          <dgm:bulletEnabled val="1"/>
        </dgm:presLayoutVars>
      </dgm:prSet>
      <dgm:spPr/>
    </dgm:pt>
    <dgm:pt modelId="{469069CF-FFED-C747-8680-E1EA755D6213}" type="pres">
      <dgm:prSet presAssocID="{06EDAE90-069D-4184-9433-661B6C7DB233}" presName="bgRect" presStyleLbl="alignNode1" presStyleIdx="4" presStyleCnt="5"/>
      <dgm:spPr/>
    </dgm:pt>
    <dgm:pt modelId="{F191335C-6948-8543-83DD-DA0CB38093F7}" type="pres">
      <dgm:prSet presAssocID="{DC668219-B379-45C5-8E32-3927D844DDCF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7D165D40-9E1B-1C42-98B3-1701A1E6F516}" type="pres">
      <dgm:prSet presAssocID="{06EDAE90-069D-4184-9433-661B6C7DB233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3403D50F-41B3-9249-AF68-24CB284B1108}" type="presOf" srcId="{CE7BEBE8-38FA-4AB5-831C-C244F80F21AB}" destId="{1F80B09C-5DB5-9A44-8F2B-E9E6A5FE9A5F}" srcOrd="0" destOrd="0" presId="urn:microsoft.com/office/officeart/2016/7/layout/LinearBlockProcessNumbered"/>
    <dgm:cxn modelId="{CFD6AD20-E2D9-6144-B470-2DE3C6AAE62A}" type="presOf" srcId="{06EDAE90-069D-4184-9433-661B6C7DB233}" destId="{7D165D40-9E1B-1C42-98B3-1701A1E6F516}" srcOrd="1" destOrd="0" presId="urn:microsoft.com/office/officeart/2016/7/layout/LinearBlockProcessNumbered"/>
    <dgm:cxn modelId="{6964BC27-C119-4C8C-B25E-96453466CA60}" srcId="{C1288C54-6A2C-4A08-A93C-B6E19B828466}" destId="{39A37DC3-A6B5-4319-A723-81D8E2DC69B5}" srcOrd="1" destOrd="0" parTransId="{9D925E9B-AD6B-4880-AF3C-28B6C9ABBFA1}" sibTransId="{3B76D62D-725C-4808-BBF1-1D9268887574}"/>
    <dgm:cxn modelId="{C3BFD527-9E14-0A4C-922C-720ED02ADC4C}" type="presOf" srcId="{737E1AD6-2CDE-465F-825D-8A97B84C5EEB}" destId="{729A8E6A-230D-614B-BC39-5B105C1665E7}" srcOrd="0" destOrd="0" presId="urn:microsoft.com/office/officeart/2016/7/layout/LinearBlockProcessNumbered"/>
    <dgm:cxn modelId="{441FE430-B077-C54C-8EE9-818626E917FA}" type="presOf" srcId="{06EDAE90-069D-4184-9433-661B6C7DB233}" destId="{469069CF-FFED-C747-8680-E1EA755D6213}" srcOrd="0" destOrd="0" presId="urn:microsoft.com/office/officeart/2016/7/layout/LinearBlockProcessNumbered"/>
    <dgm:cxn modelId="{7B2F4F44-D5CD-40D0-A02B-19237EA90F57}" srcId="{C1288C54-6A2C-4A08-A93C-B6E19B828466}" destId="{737E1AD6-2CDE-465F-825D-8A97B84C5EEB}" srcOrd="3" destOrd="0" parTransId="{933C1AAC-89E3-4C55-82F5-E6908B5AC366}" sibTransId="{1461D9E0-447E-41C8-9D16-71F29C1B43C8}"/>
    <dgm:cxn modelId="{02D96F5A-788A-4C49-B1AA-682AFC9C69F0}" type="presOf" srcId="{DC668219-B379-45C5-8E32-3927D844DDCF}" destId="{F191335C-6948-8543-83DD-DA0CB38093F7}" srcOrd="0" destOrd="0" presId="urn:microsoft.com/office/officeart/2016/7/layout/LinearBlockProcessNumbered"/>
    <dgm:cxn modelId="{B7B9A468-0A61-5343-A121-41C9AACD227C}" type="presOf" srcId="{C1288C54-6A2C-4A08-A93C-B6E19B828466}" destId="{F1E5D795-7E91-4F4A-A405-C876A7EAE588}" srcOrd="0" destOrd="0" presId="urn:microsoft.com/office/officeart/2016/7/layout/LinearBlockProcessNumbered"/>
    <dgm:cxn modelId="{D327836B-FB04-47F9-A544-C5B4464C558B}" srcId="{C1288C54-6A2C-4A08-A93C-B6E19B828466}" destId="{869E4A1F-9633-47A1-9DAB-CD417B3F693E}" srcOrd="0" destOrd="0" parTransId="{BD6E198E-974A-4B26-9E59-07A441C84BBF}" sibTransId="{046EAFF7-F7A9-4166-85CC-2E363D295F24}"/>
    <dgm:cxn modelId="{EF074F6D-3099-EB4C-BFED-1E1F3068E766}" type="presOf" srcId="{CE7BEBE8-38FA-4AB5-831C-C244F80F21AB}" destId="{27194C3C-1452-1246-8D55-C65FD3654AE0}" srcOrd="1" destOrd="0" presId="urn:microsoft.com/office/officeart/2016/7/layout/LinearBlockProcessNumbered"/>
    <dgm:cxn modelId="{D22E4E6F-0672-624E-825A-E7CBF6E3ED46}" type="presOf" srcId="{737E1AD6-2CDE-465F-825D-8A97B84C5EEB}" destId="{342A153B-0219-5C45-B0B6-D32EFC0447EF}" srcOrd="1" destOrd="0" presId="urn:microsoft.com/office/officeart/2016/7/layout/LinearBlockProcessNumbered"/>
    <dgm:cxn modelId="{3ED86374-EBA0-EB4B-86F3-E6609B31EA2B}" type="presOf" srcId="{046EAFF7-F7A9-4166-85CC-2E363D295F24}" destId="{D5DBA069-5A3E-7B40-92A9-1538A6B791D5}" srcOrd="0" destOrd="0" presId="urn:microsoft.com/office/officeart/2016/7/layout/LinearBlockProcessNumbered"/>
    <dgm:cxn modelId="{29F1E575-C59F-4C49-8F75-958074B0E9D9}" type="presOf" srcId="{39A37DC3-A6B5-4319-A723-81D8E2DC69B5}" destId="{E04E20A0-626C-0F45-B788-57357835A6BB}" srcOrd="0" destOrd="0" presId="urn:microsoft.com/office/officeart/2016/7/layout/LinearBlockProcessNumbered"/>
    <dgm:cxn modelId="{1F53F183-DB42-1849-ACEF-04FB31CF16CA}" type="presOf" srcId="{39A37DC3-A6B5-4319-A723-81D8E2DC69B5}" destId="{043B250F-5737-A146-8CD5-BC5D0CBE0731}" srcOrd="1" destOrd="0" presId="urn:microsoft.com/office/officeart/2016/7/layout/LinearBlockProcessNumbered"/>
    <dgm:cxn modelId="{FCAD5D8F-6E06-49C6-9A27-4CB255955009}" srcId="{C1288C54-6A2C-4A08-A93C-B6E19B828466}" destId="{CE7BEBE8-38FA-4AB5-831C-C244F80F21AB}" srcOrd="2" destOrd="0" parTransId="{744634C7-3EFF-4368-B070-217A09B60328}" sibTransId="{9B244954-E34D-4262-ACAA-DF2610C2DE44}"/>
    <dgm:cxn modelId="{8E85BB92-CF20-5F46-8C2F-E2BB2D8697AE}" type="presOf" srcId="{9B244954-E34D-4262-ACAA-DF2610C2DE44}" destId="{8AC9F2F1-5BE7-0B48-BAC2-2909AFB0D3A4}" srcOrd="0" destOrd="0" presId="urn:microsoft.com/office/officeart/2016/7/layout/LinearBlockProcessNumbered"/>
    <dgm:cxn modelId="{CDB9D098-D4C5-4351-B975-F05E19F3842D}" srcId="{C1288C54-6A2C-4A08-A93C-B6E19B828466}" destId="{06EDAE90-069D-4184-9433-661B6C7DB233}" srcOrd="4" destOrd="0" parTransId="{FDDECAF2-1F26-47EB-A365-287715C91866}" sibTransId="{DC668219-B379-45C5-8E32-3927D844DDCF}"/>
    <dgm:cxn modelId="{CD02699B-B18B-F441-B56C-DF4BC4E427DF}" type="presOf" srcId="{1461D9E0-447E-41C8-9D16-71F29C1B43C8}" destId="{18F4F2FB-109A-3941-B76C-FFAD80ED452F}" srcOrd="0" destOrd="0" presId="urn:microsoft.com/office/officeart/2016/7/layout/LinearBlockProcessNumbered"/>
    <dgm:cxn modelId="{9D582EA7-255A-6746-B2B9-8B264E8870DB}" type="presOf" srcId="{869E4A1F-9633-47A1-9DAB-CD417B3F693E}" destId="{49CBEA57-84F2-F948-B1A8-28C7211EBA19}" srcOrd="0" destOrd="0" presId="urn:microsoft.com/office/officeart/2016/7/layout/LinearBlockProcessNumbered"/>
    <dgm:cxn modelId="{531E34B3-F98B-E746-ABBD-B17867CB1771}" type="presOf" srcId="{869E4A1F-9633-47A1-9DAB-CD417B3F693E}" destId="{639D598C-1798-924A-AF63-9009C9971385}" srcOrd="1" destOrd="0" presId="urn:microsoft.com/office/officeart/2016/7/layout/LinearBlockProcessNumbered"/>
    <dgm:cxn modelId="{31DF15CE-4887-9246-AAB3-4FED2AE56627}" type="presOf" srcId="{3B76D62D-725C-4808-BBF1-1D9268887574}" destId="{32FA7E3A-FF01-8445-AEBD-05BFF98623D5}" srcOrd="0" destOrd="0" presId="urn:microsoft.com/office/officeart/2016/7/layout/LinearBlockProcessNumbered"/>
    <dgm:cxn modelId="{CA1576EB-B372-B843-9097-5E82EB6B3C10}" type="presParOf" srcId="{F1E5D795-7E91-4F4A-A405-C876A7EAE588}" destId="{5F87C38E-594A-C24A-9E70-4AC6637DED34}" srcOrd="0" destOrd="0" presId="urn:microsoft.com/office/officeart/2016/7/layout/LinearBlockProcessNumbered"/>
    <dgm:cxn modelId="{3ECB1F44-9F53-F04D-A38F-F0BF176416C0}" type="presParOf" srcId="{5F87C38E-594A-C24A-9E70-4AC6637DED34}" destId="{49CBEA57-84F2-F948-B1A8-28C7211EBA19}" srcOrd="0" destOrd="0" presId="urn:microsoft.com/office/officeart/2016/7/layout/LinearBlockProcessNumbered"/>
    <dgm:cxn modelId="{EE2F0313-FEB1-8C42-A909-369024E60AD3}" type="presParOf" srcId="{5F87C38E-594A-C24A-9E70-4AC6637DED34}" destId="{D5DBA069-5A3E-7B40-92A9-1538A6B791D5}" srcOrd="1" destOrd="0" presId="urn:microsoft.com/office/officeart/2016/7/layout/LinearBlockProcessNumbered"/>
    <dgm:cxn modelId="{B1583B75-01A2-404F-8D64-5F5048E89884}" type="presParOf" srcId="{5F87C38E-594A-C24A-9E70-4AC6637DED34}" destId="{639D598C-1798-924A-AF63-9009C9971385}" srcOrd="2" destOrd="0" presId="urn:microsoft.com/office/officeart/2016/7/layout/LinearBlockProcessNumbered"/>
    <dgm:cxn modelId="{7B2CB502-7C18-CF46-A566-23662C81002F}" type="presParOf" srcId="{F1E5D795-7E91-4F4A-A405-C876A7EAE588}" destId="{8D47612C-B516-CE4E-A0CA-13B2E5009680}" srcOrd="1" destOrd="0" presId="urn:microsoft.com/office/officeart/2016/7/layout/LinearBlockProcessNumbered"/>
    <dgm:cxn modelId="{F90BF51D-A95F-8F45-AA1E-F95FC010FD0A}" type="presParOf" srcId="{F1E5D795-7E91-4F4A-A405-C876A7EAE588}" destId="{9A0A1DC5-74F3-1545-9F7C-5DD331AFD4F9}" srcOrd="2" destOrd="0" presId="urn:microsoft.com/office/officeart/2016/7/layout/LinearBlockProcessNumbered"/>
    <dgm:cxn modelId="{7ACCE00D-ACB8-D548-B3AF-51179EBF471F}" type="presParOf" srcId="{9A0A1DC5-74F3-1545-9F7C-5DD331AFD4F9}" destId="{E04E20A0-626C-0F45-B788-57357835A6BB}" srcOrd="0" destOrd="0" presId="urn:microsoft.com/office/officeart/2016/7/layout/LinearBlockProcessNumbered"/>
    <dgm:cxn modelId="{B8C56DC4-2FE3-5049-A8D4-8F0BFD4FC7A7}" type="presParOf" srcId="{9A0A1DC5-74F3-1545-9F7C-5DD331AFD4F9}" destId="{32FA7E3A-FF01-8445-AEBD-05BFF98623D5}" srcOrd="1" destOrd="0" presId="urn:microsoft.com/office/officeart/2016/7/layout/LinearBlockProcessNumbered"/>
    <dgm:cxn modelId="{64B86324-2F8B-0A4E-8E94-A06BA7AAE544}" type="presParOf" srcId="{9A0A1DC5-74F3-1545-9F7C-5DD331AFD4F9}" destId="{043B250F-5737-A146-8CD5-BC5D0CBE0731}" srcOrd="2" destOrd="0" presId="urn:microsoft.com/office/officeart/2016/7/layout/LinearBlockProcessNumbered"/>
    <dgm:cxn modelId="{55DC3758-B884-094C-8280-B3F4F4FEA9E1}" type="presParOf" srcId="{F1E5D795-7E91-4F4A-A405-C876A7EAE588}" destId="{538ACC6A-4780-A94E-A019-9FDFEAB45EF6}" srcOrd="3" destOrd="0" presId="urn:microsoft.com/office/officeart/2016/7/layout/LinearBlockProcessNumbered"/>
    <dgm:cxn modelId="{6C80C58E-9915-8442-BACD-620A564A94F9}" type="presParOf" srcId="{F1E5D795-7E91-4F4A-A405-C876A7EAE588}" destId="{1892CC86-9B5D-1B4B-9FA4-3361F9B5520F}" srcOrd="4" destOrd="0" presId="urn:microsoft.com/office/officeart/2016/7/layout/LinearBlockProcessNumbered"/>
    <dgm:cxn modelId="{C9465764-F78D-7740-B79B-34064070747F}" type="presParOf" srcId="{1892CC86-9B5D-1B4B-9FA4-3361F9B5520F}" destId="{1F80B09C-5DB5-9A44-8F2B-E9E6A5FE9A5F}" srcOrd="0" destOrd="0" presId="urn:microsoft.com/office/officeart/2016/7/layout/LinearBlockProcessNumbered"/>
    <dgm:cxn modelId="{7523FDBD-F396-2448-9E76-A3835E54684B}" type="presParOf" srcId="{1892CC86-9B5D-1B4B-9FA4-3361F9B5520F}" destId="{8AC9F2F1-5BE7-0B48-BAC2-2909AFB0D3A4}" srcOrd="1" destOrd="0" presId="urn:microsoft.com/office/officeart/2016/7/layout/LinearBlockProcessNumbered"/>
    <dgm:cxn modelId="{3C8A786D-A69D-E046-9B3A-C41CC2C1B714}" type="presParOf" srcId="{1892CC86-9B5D-1B4B-9FA4-3361F9B5520F}" destId="{27194C3C-1452-1246-8D55-C65FD3654AE0}" srcOrd="2" destOrd="0" presId="urn:microsoft.com/office/officeart/2016/7/layout/LinearBlockProcessNumbered"/>
    <dgm:cxn modelId="{52183B23-6D61-0D49-850F-AB35F0A84D09}" type="presParOf" srcId="{F1E5D795-7E91-4F4A-A405-C876A7EAE588}" destId="{7C6A9ADF-14AD-6A42-A486-8E0D39BEC9EC}" srcOrd="5" destOrd="0" presId="urn:microsoft.com/office/officeart/2016/7/layout/LinearBlockProcessNumbered"/>
    <dgm:cxn modelId="{26DF338E-9B92-E447-829B-4980A2CEF9D7}" type="presParOf" srcId="{F1E5D795-7E91-4F4A-A405-C876A7EAE588}" destId="{A64706B3-0A67-3342-8194-2434D0A1E051}" srcOrd="6" destOrd="0" presId="urn:microsoft.com/office/officeart/2016/7/layout/LinearBlockProcessNumbered"/>
    <dgm:cxn modelId="{1E1268CB-CA03-C54C-8F75-E7077DEBB0EB}" type="presParOf" srcId="{A64706B3-0A67-3342-8194-2434D0A1E051}" destId="{729A8E6A-230D-614B-BC39-5B105C1665E7}" srcOrd="0" destOrd="0" presId="urn:microsoft.com/office/officeart/2016/7/layout/LinearBlockProcessNumbered"/>
    <dgm:cxn modelId="{A05A08E8-2C53-8B43-89A5-46EA5CE4AF28}" type="presParOf" srcId="{A64706B3-0A67-3342-8194-2434D0A1E051}" destId="{18F4F2FB-109A-3941-B76C-FFAD80ED452F}" srcOrd="1" destOrd="0" presId="urn:microsoft.com/office/officeart/2016/7/layout/LinearBlockProcessNumbered"/>
    <dgm:cxn modelId="{59969BC4-D527-664B-8434-BD854522EFE5}" type="presParOf" srcId="{A64706B3-0A67-3342-8194-2434D0A1E051}" destId="{342A153B-0219-5C45-B0B6-D32EFC0447EF}" srcOrd="2" destOrd="0" presId="urn:microsoft.com/office/officeart/2016/7/layout/LinearBlockProcessNumbered"/>
    <dgm:cxn modelId="{DAB4EC9D-95F4-164E-985D-CAC798A42920}" type="presParOf" srcId="{F1E5D795-7E91-4F4A-A405-C876A7EAE588}" destId="{915A2468-05A9-5D47-8FE8-3893A336043E}" srcOrd="7" destOrd="0" presId="urn:microsoft.com/office/officeart/2016/7/layout/LinearBlockProcessNumbered"/>
    <dgm:cxn modelId="{2D4207C8-7E8D-004F-AE97-806CAB4BC131}" type="presParOf" srcId="{F1E5D795-7E91-4F4A-A405-C876A7EAE588}" destId="{93C5A1D1-A8AB-654C-96E9-F948D6CFB4D5}" srcOrd="8" destOrd="0" presId="urn:microsoft.com/office/officeart/2016/7/layout/LinearBlockProcessNumbered"/>
    <dgm:cxn modelId="{21D5D8B4-F6B4-BB4E-BFDC-74B1A8813A53}" type="presParOf" srcId="{93C5A1D1-A8AB-654C-96E9-F948D6CFB4D5}" destId="{469069CF-FFED-C747-8680-E1EA755D6213}" srcOrd="0" destOrd="0" presId="urn:microsoft.com/office/officeart/2016/7/layout/LinearBlockProcessNumbered"/>
    <dgm:cxn modelId="{78DD23AF-F3AC-984B-B172-77E714D43028}" type="presParOf" srcId="{93C5A1D1-A8AB-654C-96E9-F948D6CFB4D5}" destId="{F191335C-6948-8543-83DD-DA0CB38093F7}" srcOrd="1" destOrd="0" presId="urn:microsoft.com/office/officeart/2016/7/layout/LinearBlockProcessNumbered"/>
    <dgm:cxn modelId="{2FA95A6A-81BB-6A47-89D9-F298B8804C17}" type="presParOf" srcId="{93C5A1D1-A8AB-654C-96E9-F948D6CFB4D5}" destId="{7D165D40-9E1B-1C42-98B3-1701A1E6F516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CBEA57-84F2-F948-B1A8-28C7211EBA19}">
      <dsp:nvSpPr>
        <dsp:cNvPr id="0" name=""/>
        <dsp:cNvSpPr/>
      </dsp:nvSpPr>
      <dsp:spPr>
        <a:xfrm>
          <a:off x="6700" y="626777"/>
          <a:ext cx="2094651" cy="251358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5" tIns="0" rIns="206905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Login</a:t>
          </a:r>
        </a:p>
      </dsp:txBody>
      <dsp:txXfrm>
        <a:off x="6700" y="1632210"/>
        <a:ext cx="2094651" cy="1508149"/>
      </dsp:txXfrm>
    </dsp:sp>
    <dsp:sp modelId="{D5DBA069-5A3E-7B40-92A9-1538A6B791D5}">
      <dsp:nvSpPr>
        <dsp:cNvPr id="0" name=""/>
        <dsp:cNvSpPr/>
      </dsp:nvSpPr>
      <dsp:spPr>
        <a:xfrm>
          <a:off x="6700" y="626777"/>
          <a:ext cx="2094651" cy="100543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5" tIns="165100" rIns="206905" bIns="16510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01</a:t>
          </a:r>
        </a:p>
      </dsp:txBody>
      <dsp:txXfrm>
        <a:off x="6700" y="626777"/>
        <a:ext cx="2094651" cy="1005432"/>
      </dsp:txXfrm>
    </dsp:sp>
    <dsp:sp modelId="{E04E20A0-626C-0F45-B788-57357835A6BB}">
      <dsp:nvSpPr>
        <dsp:cNvPr id="0" name=""/>
        <dsp:cNvSpPr/>
      </dsp:nvSpPr>
      <dsp:spPr>
        <a:xfrm>
          <a:off x="2268924" y="626777"/>
          <a:ext cx="2094651" cy="251358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5" tIns="0" rIns="206905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Dashboard</a:t>
          </a:r>
        </a:p>
      </dsp:txBody>
      <dsp:txXfrm>
        <a:off x="2268924" y="1632210"/>
        <a:ext cx="2094651" cy="1508149"/>
      </dsp:txXfrm>
    </dsp:sp>
    <dsp:sp modelId="{32FA7E3A-FF01-8445-AEBD-05BFF98623D5}">
      <dsp:nvSpPr>
        <dsp:cNvPr id="0" name=""/>
        <dsp:cNvSpPr/>
      </dsp:nvSpPr>
      <dsp:spPr>
        <a:xfrm>
          <a:off x="2268924" y="626777"/>
          <a:ext cx="2094651" cy="100543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5" tIns="165100" rIns="206905" bIns="16510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02</a:t>
          </a:r>
        </a:p>
      </dsp:txBody>
      <dsp:txXfrm>
        <a:off x="2268924" y="626777"/>
        <a:ext cx="2094651" cy="1005432"/>
      </dsp:txXfrm>
    </dsp:sp>
    <dsp:sp modelId="{1F80B09C-5DB5-9A44-8F2B-E9E6A5FE9A5F}">
      <dsp:nvSpPr>
        <dsp:cNvPr id="0" name=""/>
        <dsp:cNvSpPr/>
      </dsp:nvSpPr>
      <dsp:spPr>
        <a:xfrm>
          <a:off x="4531149" y="626777"/>
          <a:ext cx="2094651" cy="251358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5" tIns="0" rIns="206905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Employees section</a:t>
          </a:r>
        </a:p>
      </dsp:txBody>
      <dsp:txXfrm>
        <a:off x="4531149" y="1632210"/>
        <a:ext cx="2094651" cy="1508149"/>
      </dsp:txXfrm>
    </dsp:sp>
    <dsp:sp modelId="{8AC9F2F1-5BE7-0B48-BAC2-2909AFB0D3A4}">
      <dsp:nvSpPr>
        <dsp:cNvPr id="0" name=""/>
        <dsp:cNvSpPr/>
      </dsp:nvSpPr>
      <dsp:spPr>
        <a:xfrm>
          <a:off x="4531149" y="626777"/>
          <a:ext cx="2094651" cy="100543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5" tIns="165100" rIns="206905" bIns="16510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03</a:t>
          </a:r>
        </a:p>
      </dsp:txBody>
      <dsp:txXfrm>
        <a:off x="4531149" y="626777"/>
        <a:ext cx="2094651" cy="1005432"/>
      </dsp:txXfrm>
    </dsp:sp>
    <dsp:sp modelId="{729A8E6A-230D-614B-BC39-5B105C1665E7}">
      <dsp:nvSpPr>
        <dsp:cNvPr id="0" name=""/>
        <dsp:cNvSpPr/>
      </dsp:nvSpPr>
      <dsp:spPr>
        <a:xfrm>
          <a:off x="6793373" y="626777"/>
          <a:ext cx="2094651" cy="251358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5" tIns="0" rIns="206905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Department section</a:t>
          </a:r>
        </a:p>
      </dsp:txBody>
      <dsp:txXfrm>
        <a:off x="6793373" y="1632210"/>
        <a:ext cx="2094651" cy="1508149"/>
      </dsp:txXfrm>
    </dsp:sp>
    <dsp:sp modelId="{18F4F2FB-109A-3941-B76C-FFAD80ED452F}">
      <dsp:nvSpPr>
        <dsp:cNvPr id="0" name=""/>
        <dsp:cNvSpPr/>
      </dsp:nvSpPr>
      <dsp:spPr>
        <a:xfrm>
          <a:off x="6793373" y="626777"/>
          <a:ext cx="2094651" cy="100543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5" tIns="165100" rIns="206905" bIns="16510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04</a:t>
          </a:r>
        </a:p>
      </dsp:txBody>
      <dsp:txXfrm>
        <a:off x="6793373" y="626777"/>
        <a:ext cx="2094651" cy="1005432"/>
      </dsp:txXfrm>
    </dsp:sp>
    <dsp:sp modelId="{469069CF-FFED-C747-8680-E1EA755D6213}">
      <dsp:nvSpPr>
        <dsp:cNvPr id="0" name=""/>
        <dsp:cNvSpPr/>
      </dsp:nvSpPr>
      <dsp:spPr>
        <a:xfrm>
          <a:off x="9055597" y="626777"/>
          <a:ext cx="2094651" cy="251358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5" tIns="0" rIns="206905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Demonstration scenario</a:t>
          </a:r>
        </a:p>
      </dsp:txBody>
      <dsp:txXfrm>
        <a:off x="9055597" y="1632210"/>
        <a:ext cx="2094651" cy="1508149"/>
      </dsp:txXfrm>
    </dsp:sp>
    <dsp:sp modelId="{F191335C-6948-8543-83DD-DA0CB38093F7}">
      <dsp:nvSpPr>
        <dsp:cNvPr id="0" name=""/>
        <dsp:cNvSpPr/>
      </dsp:nvSpPr>
      <dsp:spPr>
        <a:xfrm>
          <a:off x="9055597" y="626777"/>
          <a:ext cx="2094651" cy="100543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5" tIns="165100" rIns="206905" bIns="16510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05</a:t>
          </a:r>
        </a:p>
      </dsp:txBody>
      <dsp:txXfrm>
        <a:off x="9055597" y="626777"/>
        <a:ext cx="2094651" cy="10054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19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34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78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97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281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884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248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47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24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22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40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68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FF01FF-59E5-6B99-207B-93474164EF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CF0998E-D577-43EA-A7B8-E3EC67F75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7DC364D-882B-4786-89FB-1703C1A5C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4" y="3205874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D5A30-36F4-A6A9-94C5-7B4FF170C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62067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>
                <a:solidFill>
                  <a:srgbClr val="FFFFFF"/>
                </a:solidFill>
              </a:rPr>
              <a:t>System Design Project:</a:t>
            </a:r>
            <a:br>
              <a:rPr lang="en-US" sz="3800">
                <a:solidFill>
                  <a:srgbClr val="FFFFFF"/>
                </a:solidFill>
              </a:rPr>
            </a:br>
            <a:r>
              <a:rPr lang="en-US" sz="3800">
                <a:solidFill>
                  <a:srgbClr val="FFFFFF"/>
                </a:solidFill>
              </a:rPr>
              <a:t>Employee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A3AF8-BE1A-02A0-4147-281D2F4B8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108182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Dustin Martin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300289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80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27596-8454-3E6B-36FF-BE6E84CBC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Roadmap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16F6CE-102E-5719-EE1D-9C5902B301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4043960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7726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50AE2F-3913-41F8-A656-2B20A289A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What is an Employee Management System and who is it used for?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Office Worker">
            <a:extLst>
              <a:ext uri="{FF2B5EF4-FFF2-40B4-BE49-F238E27FC236}">
                <a16:creationId xmlns:a16="http://schemas.microsoft.com/office/drawing/2014/main" id="{8C5302E0-C4BC-B750-9057-6746800D3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8419" y="2834640"/>
            <a:ext cx="3511296" cy="351129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C13CD-0ECB-F741-B946-1DE3D2EA1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056" y="978408"/>
            <a:ext cx="5504688" cy="5367528"/>
          </a:xfrm>
        </p:spPr>
        <p:txBody>
          <a:bodyPr>
            <a:normAutofit/>
          </a:bodyPr>
          <a:lstStyle/>
          <a:p>
            <a:r>
              <a:rPr lang="en-US" dirty="0"/>
              <a:t>Used to Manage and View </a:t>
            </a:r>
          </a:p>
          <a:p>
            <a:pPr lvl="2"/>
            <a:r>
              <a:rPr lang="en-US" dirty="0"/>
              <a:t>Employees</a:t>
            </a:r>
          </a:p>
          <a:p>
            <a:pPr lvl="2"/>
            <a:r>
              <a:rPr lang="en-US" dirty="0"/>
              <a:t>Departments</a:t>
            </a:r>
          </a:p>
          <a:p>
            <a:pPr lvl="2"/>
            <a:r>
              <a:rPr lang="en-US" dirty="0"/>
              <a:t>Projects</a:t>
            </a:r>
          </a:p>
          <a:p>
            <a:pPr lvl="2"/>
            <a:r>
              <a:rPr lang="en-US" dirty="0"/>
              <a:t>Attendance</a:t>
            </a:r>
          </a:p>
          <a:p>
            <a:pPr lvl="2"/>
            <a:r>
              <a:rPr lang="en-US" dirty="0"/>
              <a:t>Payroll</a:t>
            </a:r>
          </a:p>
          <a:p>
            <a:pPr lvl="2"/>
            <a:r>
              <a:rPr lang="en-US" dirty="0"/>
              <a:t>Training</a:t>
            </a:r>
          </a:p>
          <a:p>
            <a:pPr lvl="2"/>
            <a:r>
              <a:rPr lang="en-US" dirty="0"/>
              <a:t>Performance Reviews</a:t>
            </a:r>
          </a:p>
          <a:p>
            <a:r>
              <a:rPr lang="en-US" dirty="0"/>
              <a:t>Who is it for?</a:t>
            </a:r>
          </a:p>
          <a:p>
            <a:pPr lvl="1"/>
            <a:r>
              <a:rPr lang="en-US" dirty="0"/>
              <a:t>An EMS is used by virtually every company</a:t>
            </a:r>
          </a:p>
          <a:p>
            <a:pPr lvl="1"/>
            <a:r>
              <a:rPr lang="en-US" dirty="0"/>
              <a:t>Designed to make life easier keeping track of employees within their company</a:t>
            </a:r>
          </a:p>
        </p:txBody>
      </p:sp>
    </p:spTree>
    <p:extLst>
      <p:ext uri="{BB962C8B-B14F-4D97-AF65-F5344CB8AC3E}">
        <p14:creationId xmlns:p14="http://schemas.microsoft.com/office/powerpoint/2010/main" val="199348753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75</Words>
  <Application>Microsoft Macintosh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Bierstadt</vt:lpstr>
      <vt:lpstr>GestaltVTI</vt:lpstr>
      <vt:lpstr>System Design Project: Employee Management System</vt:lpstr>
      <vt:lpstr>Roadmap</vt:lpstr>
      <vt:lpstr>What is an Employee Management System and who is it used for?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Martin, Dustin</dc:creator>
  <cp:lastModifiedBy>Martin, Dustin</cp:lastModifiedBy>
  <cp:revision>2</cp:revision>
  <dcterms:created xsi:type="dcterms:W3CDTF">2025-10-23T18:05:22Z</dcterms:created>
  <dcterms:modified xsi:type="dcterms:W3CDTF">2025-12-11T17:35:55Z</dcterms:modified>
</cp:coreProperties>
</file>